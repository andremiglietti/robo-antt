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Plataforma de Ingestão Autônoma ANTT</a:t>
            </a:r>
          </a:p>
          <a:p>
            <a:pPr>
              <a:defRPr sz="2000">
                <a:solidFill>
                  <a:srgbClr val="1E88E5"/>
                </a:solidFill>
                <a:latin typeface="Arial"/>
              </a:defRPr>
            </a:pPr>
            <a:r>
              <a:t>Especificação de Arquitetura de Solução &amp; Fluxo de Telas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1. Autenticação e Entrada no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88E5"/>
                </a:solidFill>
                <a:latin typeface="Arial"/>
              </a:defRPr>
            </a:pPr>
            <a:r>
              <a:t>Módulo 01: Camada de Ingestão</a:t>
            </a:r>
          </a:p>
          <a:p>
            <a:br/>
            <a:r>
              <a:t>O robô inicia o ciclo disparando o navegador de forma oculta ou visível, navegando de forma segura até o ambiente da ANTT.</a:t>
            </a:r>
            <a:br/>
            <a:br/>
            <a:r>
              <a:t>Ele realiza o preenchimento das credenciais corporativas de forma criptografada e lida com as barreiras de segurança iniciais.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D3390-B7E7-45C7-F2DC-0EDDEBB8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437" y="1373871"/>
            <a:ext cx="6279058" cy="50269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2. Varredura e Painel de Consultas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88E5"/>
                </a:solidFill>
                <a:latin typeface="Arial"/>
              </a:defRPr>
            </a:pPr>
            <a:r>
              <a:t>Módulo 02: Coleta e Multicnpj</a:t>
            </a:r>
          </a:p>
          <a:p>
            <a:br/>
            <a:r>
              <a:t>Após o acesso, a solução navega até o painel central de consultas de autos de infração.</a:t>
            </a:r>
            <a:br/>
            <a:br/>
            <a:r>
              <a:t>O motor executa a varredura alternando dinamicamente entre os CNPJs mapeados da matriz e das filiais, garantindo cobertura de 100% do grupo.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DD57DE-D9D1-895A-F223-ACB9C97BD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24" y="1516134"/>
            <a:ext cx="7045287" cy="48109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3. Captura e Download do Auto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88E5"/>
                </a:solidFill>
                <a:latin typeface="Arial"/>
              </a:defRPr>
            </a:pPr>
            <a:r>
              <a:t>Módulo 03: Core Engine &amp; Validação</a:t>
            </a:r>
          </a:p>
          <a:p>
            <a:br/>
            <a:r>
              <a:t>A solução identifica quais processos são novos através do cruzamento com o histórico.</a:t>
            </a:r>
            <a:br/>
            <a:br/>
            <a:r>
              <a:t>Ao encontrar um documento inédito, o motor realiza o download do arquivo oficial e valida se o recebimento foi concluído sem corrupção de dados.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4D6F0E-5F52-2E34-B37E-EADC3A235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532" y="1411628"/>
            <a:ext cx="5973963" cy="49891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4. Entrega dos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88E5"/>
                </a:solidFill>
                <a:latin typeface="Arial"/>
              </a:defRPr>
            </a:pPr>
            <a:r>
              <a:t>Módulo 04: Camada de Valor</a:t>
            </a:r>
          </a:p>
          <a:p>
            <a:br/>
            <a:r>
              <a:t>Os dados extraídos dos autos são estruturados e injetados na planilha consolidada final.</a:t>
            </a:r>
            <a:br/>
            <a:br/>
            <a:r>
              <a:t>O cliente recebe a planilha atualizada junto com um relatório executivo apontando os novos autos identificados e os prazos legais.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4AC4E1-45C7-348E-DF2E-0B44E940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07104"/>
            <a:ext cx="7419878" cy="25211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238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Guilherme Rietter</cp:lastModifiedBy>
  <cp:revision>2</cp:revision>
  <dcterms:created xsi:type="dcterms:W3CDTF">2013-01-27T09:14:16Z</dcterms:created>
  <dcterms:modified xsi:type="dcterms:W3CDTF">2026-09-04T14:20:32Z</dcterms:modified>
  <cp:category/>
</cp:coreProperties>
</file>